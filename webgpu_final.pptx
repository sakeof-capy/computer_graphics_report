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"/>
            <a:ext cx="256032" cy="4572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82880"/>
            <a:ext cx="256032" cy="4572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0" y="182880"/>
            <a:ext cx="256032" cy="4572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82880"/>
            <a:ext cx="256032" cy="4572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182880"/>
            <a:ext cx="256032" cy="4572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182880"/>
            <a:ext cx="256032" cy="4572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182880"/>
            <a:ext cx="256032" cy="4572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182880"/>
            <a:ext cx="256032" cy="4572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182880"/>
            <a:ext cx="32004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640080"/>
            <a:ext cx="32004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1097280"/>
            <a:ext cx="32004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1554480"/>
            <a:ext cx="32004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2011680"/>
            <a:ext cx="32004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2468880"/>
            <a:ext cx="32004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2926080"/>
            <a:ext cx="32004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3383280"/>
            <a:ext cx="32004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3840480"/>
            <a:ext cx="32004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4297680"/>
            <a:ext cx="32004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463040"/>
            <a:ext cx="5669280" cy="73152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486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6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WebGPU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457200" y="15544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&amp; Implementations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57200" y="22402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wgpu · Dawn · WebGPU-rs · and more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118872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0" y="3017520"/>
            <a:ext cx="118872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3017520"/>
            <a:ext cx="118872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APIs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3017520"/>
            <a:ext cx="118872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GPU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0" y="4846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WebGPU?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GPU API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WebGPU is a W3C standard exposing modern GPU capabilities to the web — designed around Vulkan, Metal, and Direct3D 12 semantics.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provides: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Low-overhead GPU access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shaders (GPGPU)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memory management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portable shading language: WGSL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94960" y="777240"/>
            <a:ext cx="3474720" cy="3474720"/>
          </a:xfrm>
          <a:prstGeom prst="rect">
            <a:avLst/>
          </a:prstGeom>
          <a:solidFill>
            <a:srgbClr val="162032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0" y="868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23560" y="1325880"/>
            <a:ext cx="30175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3258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(JavaScript)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1874520"/>
            <a:ext cx="3017520" cy="38404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WebGPU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2423160"/>
            <a:ext cx="30175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24231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WGSL Shaders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2971800"/>
            <a:ext cx="301752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2971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Execution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23560" y="3520440"/>
            <a:ext cx="30175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3520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Framebuffer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WebGPU: Standard &amp; Implementations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0" y="4846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Why 'Web*'?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" cy="27432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" y="1152144"/>
            <a:ext cx="36576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2296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8229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1.0 ships — OpenGL ES 2.0 wrapper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27048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" y="1810512"/>
            <a:ext cx="36576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48132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148132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GPU for the Web Community Group forms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85416"/>
            <a:ext cx="274320" cy="274320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" y="2468880"/>
            <a:ext cx="36576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13969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21396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WebGPU first draft; wgpu &amp; Dawn development begins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843784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" y="3127248"/>
            <a:ext cx="36576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79806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54480" y="279806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ships WebGPU behind flag; wgpu 0.9 released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502152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785616"/>
            <a:ext cx="36576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45643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345643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WebGPU ships stable in Chrome 113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16052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1148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54480" y="41148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&amp; Safari ship; ecosystem matures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162032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480" y="469087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"Web*"?  Named for its W3C origin — but wgpu and Dawn are widely used natively outside the browser.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WebGPU: Standard &amp; Implementations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4846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API vs. Native Usage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06240" cy="3566160"/>
          </a:xfrm>
          <a:prstGeom prst="rect">
            <a:avLst/>
          </a:prstGeom>
          <a:solidFill>
            <a:srgbClr val="162032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412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Browser (JS/TS)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navigator.gpu — entry point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GPUAdapter → GPUDevice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 HTMLCanvasElement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by browser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113+, Safari 18+, Firefox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3566160"/>
          </a:xfrm>
          <a:prstGeom prst="rect">
            <a:avLst/>
          </a:prstGeom>
          <a:solidFill>
            <a:srgbClr val="162032"/>
          </a:solidFill>
          <a:ln w="19050">
            <a:solidFill>
              <a:srgbClr val="00D4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8412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Native (Rust / C++)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13258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wgpu::Instance / dawn::native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 native window (winit/GLFW)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OS GPU access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games, renderers, ML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macOS, Windows, iOS, Android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51960" y="2286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solidFill>
            <a:srgbClr val="162032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4489704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 WGSL, the same resource model (buffers, textures, bind groups) — code is highly portable between browser and native.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WebGPU: Standard &amp; Implementations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46720" y="4846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Implementations: wgpu (Rust) &amp; Dawn (C++)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4297680" cy="3931920"/>
          </a:xfrm>
          <a:prstGeom prst="rect">
            <a:avLst/>
          </a:prstGeom>
          <a:solidFill>
            <a:srgbClr val="162032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68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🦀  wgpu (Rust) — Mozilla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Firefox WebGPU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Backends: Vulkan, Metal, DX12, GL, WebGPU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 compiler: Naga (WGSL→SPIR-V/MSL/HLSL)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runs in browser via WASM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Bevy engine, Deno, Burn ML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wgpu::*;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inst = Instance::default();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adapter = inst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.request_adapter(&amp;...).await?;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(device, queue) = adapter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.request_device(&amp;...,None)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.await?;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297680" cy="3931920"/>
          </a:xfrm>
          <a:prstGeom prst="rect">
            <a:avLst/>
          </a:prstGeom>
          <a:solidFill>
            <a:srgbClr val="162032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868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Dawn (C++) — Google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298448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Chrome WebGPU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Backends: Vulkan, Metal, DX12, GL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 compiler: Tint (spec-compliant)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embedding via webgpu.h C header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Chrome renderer, Skia Graphite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0600" y="320040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&lt;dawn/webgpu_cpp.h&gt;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dawn::native::Instance ni;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ni.DiscoverDefaultAdapters();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adapter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ni.GetAdapters()[0].Get();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wgpu::Device device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adapter.CreateDevice(&amp;desc);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WebGPU: Standard &amp; Implementations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4846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Program: WebGPU in the Browser (JS)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5895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 triangle. Requires Chrome 113+, Firefox 120+, or Safari 18+.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6217920" cy="3840480"/>
          </a:xfrm>
          <a:prstGeom prst="rect">
            <a:avLst/>
          </a:prstGeom>
          <a:solidFill>
            <a:srgbClr val="162032"/>
          </a:solidFill>
          <a:ln w="19050">
            <a:solidFill>
              <a:srgbClr val="00D4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61288"/>
            <a:ext cx="6035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adapter = await navigator.gpu.requestAdapter();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device  = await adapter.requestDevice();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canvas  = document.querySelector('canvas');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context = canvas.getContext('webgpu');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format  = navigator.gpu.getPreferredCanvasFormat();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context.configure({ device, format });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shader = device.createShaderModule({ code: `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@vertex fn vs(@builtin(vertex_index) i: u32)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@builtin(position) vec4f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p = array(vec2f(0,0.5),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vec2f(-0.5,-0.5), vec2f(0.5,-0.5));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vec4f(p[i], 0, 1); 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@fragment fn fs() -&gt; @location(0) vec4f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vec4f(0.0, 0.8, 1.0, 1.0); 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`});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pipeline = device.createRenderPipeline({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layout:'auto',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vertex:  { module:shader, entryPoint:'vs' },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fragment:{ module:shader, entryPoint:'fs', targets:[{format}] },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primitive:{ topology:'triangle-list' },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enc  = device.createCommandEncoder();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pass = enc.beginRenderPass({ colorAttachments:[{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view: context.getCurrentTexture().createView(),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loadOp:'clear', clearValue:[0,0,0,1], storeOp:'store'}]});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pass.setPipeline(pipeline); pass.draw(3); pass.end();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device.queue.submit([enc.finish()]);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675120" y="11155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0" y="1554480"/>
            <a:ext cx="292608" cy="292608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22592" y="1554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adapter &amp; device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2212848"/>
            <a:ext cx="292608" cy="292608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22592" y="22128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canvas context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2871216"/>
            <a:ext cx="292608" cy="292608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22592" y="287121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WGSL shader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3529584"/>
            <a:ext cx="292608" cy="292608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22592" y="352958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render pipeline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4187952"/>
            <a:ext cx="292608" cy="292608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22592" y="4187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pass &amp; submit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WebGPU: Standard &amp; Implementations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4846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Comparison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49808"/>
          <a:ext cx="8778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737360"/>
                <a:gridCol w="1737360"/>
                <a:gridCol w="17373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wgpu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2D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webgpu-rs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wgpu-py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 (WASM)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Backed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Mozilla/Community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natively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in browser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via WASM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Chrome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Shader compiler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Browser's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Firefox, Bevy, Deno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Jupyter/Science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MIT/Apache-2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BSD-3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MIT/Apache-2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BSD-2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WebGPU: Standard &amp; Implementations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46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Resources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486400" cy="658368"/>
          </a:xfrm>
          <a:prstGeom prst="rect">
            <a:avLst/>
          </a:prstGeom>
          <a:solidFill>
            <a:srgbClr val="162032"/>
          </a:solidFill>
          <a:ln w="19050">
            <a:solidFill>
              <a:srgbClr val="00D4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59536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WebGPU is the next-gen GPU API — modern Vulkan/Metal/DX12 semantics in a portable standard.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5486400" cy="658368"/>
          </a:xfrm>
          <a:prstGeom prst="rect">
            <a:avLst/>
          </a:prstGeom>
          <a:solidFill>
            <a:srgbClr val="162032"/>
          </a:solidFill>
          <a:ln w="19050">
            <a:solidFill>
              <a:srgbClr val="00D4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609344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🦀  wgpu (Rust) powers Firefox and Bevy; Dawn (C++) powers Chrome — both usable natively.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5486400" cy="658368"/>
          </a:xfrm>
          <a:prstGeom prst="rect">
            <a:avLst/>
          </a:prstGeom>
          <a:solidFill>
            <a:srgbClr val="162032"/>
          </a:solidFill>
          <a:ln w="19050">
            <a:solidFill>
              <a:srgbClr val="00D4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359152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Same WGSL shader runs in the browser and natively — true portability across platforms.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3072384"/>
            <a:ext cx="5486400" cy="658368"/>
          </a:xfrm>
          <a:prstGeom prst="rect">
            <a:avLst/>
          </a:prstGeom>
          <a:solidFill>
            <a:srgbClr val="162032"/>
          </a:solidFill>
          <a:ln w="19050">
            <a:solidFill>
              <a:srgbClr val="00D4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10896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wgpu-py (Python) and WebGPU-rs (WASM) extend the ecosystem to more languages.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822192"/>
            <a:ext cx="5486400" cy="658368"/>
          </a:xfrm>
          <a:prstGeom prst="rect">
            <a:avLst/>
          </a:prstGeom>
          <a:solidFill>
            <a:srgbClr val="162032"/>
          </a:solidFill>
          <a:ln w="19050">
            <a:solidFill>
              <a:srgbClr val="00D4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858768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GPU programming is now accessible from JavaScript, Rust, C++, and Python with one mental model.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0" y="822960"/>
            <a:ext cx="2971800" cy="3749040"/>
          </a:xfrm>
          <a:prstGeom prst="rect">
            <a:avLst/>
          </a:prstGeom>
          <a:solidFill>
            <a:srgbClr val="162032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886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Resources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1298448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gpuweb.github.io/gpuweb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wgpu.rs  (docs &amp; examples)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dawn.googlesource.com/dawn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webgpufundamentals.org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pygfx.github.io/wgpu-py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github.com/gfx-rs/wgpu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WGSL shader. Browser, native, Rust, C++, Python — WebGPU gives you the same powerful primitive everywhere.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0" y="4846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WebGPU: Standard &amp; Implementations</dc:title>
  <dc:subject>PptxGenJS Presentation</dc:subject>
  <dc:creator>PptxGenJS</dc:creator>
  <cp:lastModifiedBy>PptxGenJS</cp:lastModifiedBy>
  <cp:revision>1</cp:revision>
  <dcterms:created xsi:type="dcterms:W3CDTF">2026-03-13T22:11:12Z</dcterms:created>
  <dcterms:modified xsi:type="dcterms:W3CDTF">2026-03-13T22:11:12Z</dcterms:modified>
</cp:coreProperties>
</file>